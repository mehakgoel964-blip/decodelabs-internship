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6FED"/>
            </a:solidFill>
            <a:ln w="38100" cap="flat">
              <a:solidFill>
                <a:srgbClr val="2F6F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6FED"/>
              </a:solidFill>
              <a:ln w="9525" cap="flat">
                <a:solidFill>
                  <a:srgbClr val="2F6F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2023Q1</c:v>
                  </c:pt>
                  <c:pt idx="1">
                    <c:v>2023Q2</c:v>
                  </c:pt>
                  <c:pt idx="2">
                    <c:v>2023Q3</c:v>
                  </c:pt>
                  <c:pt idx="3">
                    <c:v>2023Q4</c:v>
                  </c:pt>
                  <c:pt idx="4">
                    <c:v>2024Q1</c:v>
                  </c:pt>
                  <c:pt idx="5">
                    <c:v>2024Q2</c:v>
                  </c:pt>
                  <c:pt idx="6">
                    <c:v>2024Q3</c:v>
                  </c:pt>
                  <c:pt idx="7">
                    <c:v>2024Q4</c:v>
                  </c:pt>
                  <c:pt idx="8">
                    <c:v>2025Q1</c:v>
                  </c:pt>
                  <c:pt idx="9">
                    <c:v>2025Q2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145412.78</c:v>
                </c:pt>
                <c:pt idx="1">
                  <c:v>141088.74</c:v>
                </c:pt>
                <c:pt idx="2">
                  <c:v>126699.47</c:v>
                </c:pt>
                <c:pt idx="3">
                  <c:v>139442.25</c:v>
                </c:pt>
                <c:pt idx="4">
                  <c:v>111468.55</c:v>
                </c:pt>
                <c:pt idx="5">
                  <c:v>145590.79</c:v>
                </c:pt>
                <c:pt idx="6">
                  <c:v>114750.03</c:v>
                </c:pt>
                <c:pt idx="7">
                  <c:v>108426.5</c:v>
                </c:pt>
                <c:pt idx="8">
                  <c:v>103617.61</c:v>
                </c:pt>
                <c:pt idx="9">
                  <c:v>128265.24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Cancelled</c:v>
                  </c:pt>
                  <c:pt idx="1">
                    <c:v>Pending</c:v>
                  </c:pt>
                  <c:pt idx="2">
                    <c:v>Delivered</c:v>
                  </c:pt>
                  <c:pt idx="3">
                    <c:v>Shipped</c:v>
                  </c:pt>
                  <c:pt idx="4">
                    <c:v>Returned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1105.58</c:v>
                </c:pt>
                <c:pt idx="1">
                  <c:v>1081.55</c:v>
                </c:pt>
                <c:pt idx="2">
                  <c:v>1050.22</c:v>
                </c:pt>
                <c:pt idx="3">
                  <c:v>1047.49</c:v>
                </c:pt>
                <c:pt idx="4">
                  <c:v>984.93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Delivered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</c:v>
                </c:pt>
                <c:pt idx="1">
                  <c:v>97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Shipped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100</c:v>
                </c:pt>
                <c:pt idx="2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Pending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117</c:v>
                </c:pt>
                <c:pt idx="1">
                  <c:v>82</c:v>
                </c:pt>
                <c:pt idx="2">
                  <c:v>38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Returned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102</c:v>
                </c:pt>
                <c:pt idx="1">
                  <c:v>97</c:v>
                </c:pt>
                <c:pt idx="2">
                  <c:v>48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Cancelled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107</c:v>
                </c:pt>
                <c:pt idx="1">
                  <c:v>83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94A3B8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xVal>
            <c:numRef>
              <c:f>Sheet1!$A$2:$A$181</c:f>
              <c:numCache>
                <c:formatCode>General</c:formatCode>
                <c:ptCount val="180"/>
                <c:pt idx="0">
                  <c:v>70.24</c:v>
                </c:pt>
                <c:pt idx="1">
                  <c:v>677.37</c:v>
                </c:pt>
                <c:pt idx="2">
                  <c:v>381.02</c:v>
                </c:pt>
                <c:pt idx="3">
                  <c:v>146.32</c:v>
                </c:pt>
                <c:pt idx="4">
                  <c:v>474.69</c:v>
                </c:pt>
                <c:pt idx="5">
                  <c:v>195.86</c:v>
                </c:pt>
                <c:pt idx="6">
                  <c:v>150.17</c:v>
                </c:pt>
                <c:pt idx="7">
                  <c:v>266.78</c:v>
                </c:pt>
                <c:pt idx="8">
                  <c:v>39.51</c:v>
                </c:pt>
                <c:pt idx="9">
                  <c:v>240.61</c:v>
                </c:pt>
                <c:pt idx="10">
                  <c:v>623.81</c:v>
                </c:pt>
                <c:pt idx="11">
                  <c:v>550.18</c:v>
                </c:pt>
                <c:pt idx="12">
                  <c:v>30.44</c:v>
                </c:pt>
                <c:pt idx="13">
                  <c:v>214.35</c:v>
                </c:pt>
                <c:pt idx="14">
                  <c:v>17.24</c:v>
                </c:pt>
                <c:pt idx="15">
                  <c:v>662.94</c:v>
                </c:pt>
                <c:pt idx="16">
                  <c:v>657.79</c:v>
                </c:pt>
                <c:pt idx="17">
                  <c:v>534.91</c:v>
                </c:pt>
                <c:pt idx="18">
                  <c:v>577.08</c:v>
                </c:pt>
                <c:pt idx="19">
                  <c:v>685.2</c:v>
                </c:pt>
                <c:pt idx="20">
                  <c:v>331.9</c:v>
                </c:pt>
                <c:pt idx="21">
                  <c:v>449.13</c:v>
                </c:pt>
                <c:pt idx="22">
                  <c:v>422.34</c:v>
                </c:pt>
                <c:pt idx="23">
                  <c:v>623.34</c:v>
                </c:pt>
                <c:pt idx="24">
                  <c:v>592.87</c:v>
                </c:pt>
                <c:pt idx="25">
                  <c:v>90.92</c:v>
                </c:pt>
                <c:pt idx="26">
                  <c:v>22.07</c:v>
                </c:pt>
                <c:pt idx="27">
                  <c:v>362.14</c:v>
                </c:pt>
                <c:pt idx="28">
                  <c:v>183.67</c:v>
                </c:pt>
                <c:pt idx="29">
                  <c:v>495.35</c:v>
                </c:pt>
                <c:pt idx="30">
                  <c:v>508.69</c:v>
                </c:pt>
                <c:pt idx="31">
                  <c:v>678.01</c:v>
                </c:pt>
                <c:pt idx="32">
                  <c:v>196.84</c:v>
                </c:pt>
                <c:pt idx="33">
                  <c:v>95.75</c:v>
                </c:pt>
                <c:pt idx="34">
                  <c:v>206.84</c:v>
                </c:pt>
                <c:pt idx="35">
                  <c:v>606.41</c:v>
                </c:pt>
                <c:pt idx="36">
                  <c:v>161.24</c:v>
                </c:pt>
                <c:pt idx="37">
                  <c:v>629.21</c:v>
                </c:pt>
                <c:pt idx="38">
                  <c:v>152.29</c:v>
                </c:pt>
                <c:pt idx="39">
                  <c:v>341.84</c:v>
                </c:pt>
                <c:pt idx="40">
                  <c:v>666.8</c:v>
                </c:pt>
                <c:pt idx="41">
                  <c:v>670.75</c:v>
                </c:pt>
                <c:pt idx="42">
                  <c:v>634.94</c:v>
                </c:pt>
                <c:pt idx="43">
                  <c:v>433.33</c:v>
                </c:pt>
                <c:pt idx="44">
                  <c:v>596.24</c:v>
                </c:pt>
                <c:pt idx="45">
                  <c:v>466.42</c:v>
                </c:pt>
                <c:pt idx="46">
                  <c:v>693.41</c:v>
                </c:pt>
                <c:pt idx="47">
                  <c:v>273.25</c:v>
                </c:pt>
                <c:pt idx="48">
                  <c:v>499.21</c:v>
                </c:pt>
                <c:pt idx="49">
                  <c:v>144.66</c:v>
                </c:pt>
                <c:pt idx="50">
                  <c:v>532.87</c:v>
                </c:pt>
                <c:pt idx="51">
                  <c:v>73.41</c:v>
                </c:pt>
                <c:pt idx="52">
                  <c:v>658.77</c:v>
                </c:pt>
                <c:pt idx="53">
                  <c:v>641.39</c:v>
                </c:pt>
                <c:pt idx="54">
                  <c:v>336.32</c:v>
                </c:pt>
                <c:pt idx="55">
                  <c:v>125.02</c:v>
                </c:pt>
                <c:pt idx="56">
                  <c:v>629.56</c:v>
                </c:pt>
                <c:pt idx="57">
                  <c:v>131.96</c:v>
                </c:pt>
                <c:pt idx="58">
                  <c:v>253.68</c:v>
                </c:pt>
                <c:pt idx="59">
                  <c:v>260.26</c:v>
                </c:pt>
                <c:pt idx="60">
                  <c:v>549.76</c:v>
                </c:pt>
                <c:pt idx="61">
                  <c:v>424.4</c:v>
                </c:pt>
                <c:pt idx="62">
                  <c:v>358.48</c:v>
                </c:pt>
                <c:pt idx="63">
                  <c:v>643.03</c:v>
                </c:pt>
                <c:pt idx="64">
                  <c:v>594.96</c:v>
                </c:pt>
                <c:pt idx="65">
                  <c:v>615.65</c:v>
                </c:pt>
                <c:pt idx="66">
                  <c:v>388.33</c:v>
                </c:pt>
                <c:pt idx="67">
                  <c:v>459.34</c:v>
                </c:pt>
                <c:pt idx="68">
                  <c:v>629.88</c:v>
                </c:pt>
                <c:pt idx="69">
                  <c:v>467.81</c:v>
                </c:pt>
                <c:pt idx="70">
                  <c:v>301.88</c:v>
                </c:pt>
                <c:pt idx="71">
                  <c:v>68.81</c:v>
                </c:pt>
                <c:pt idx="72">
                  <c:v>376.43</c:v>
                </c:pt>
                <c:pt idx="73">
                  <c:v>280.25</c:v>
                </c:pt>
                <c:pt idx="74">
                  <c:v>175.36</c:v>
                </c:pt>
                <c:pt idx="75">
                  <c:v>450.07</c:v>
                </c:pt>
                <c:pt idx="76">
                  <c:v>214.54</c:v>
                </c:pt>
                <c:pt idx="77">
                  <c:v>479.21</c:v>
                </c:pt>
                <c:pt idx="78">
                  <c:v>479.76</c:v>
                </c:pt>
                <c:pt idx="79">
                  <c:v>638.5</c:v>
                </c:pt>
                <c:pt idx="80">
                  <c:v>306.29</c:v>
                </c:pt>
                <c:pt idx="81">
                  <c:v>112.46</c:v>
                </c:pt>
                <c:pt idx="82">
                  <c:v>320.92</c:v>
                </c:pt>
                <c:pt idx="83">
                  <c:v>190.08</c:v>
                </c:pt>
                <c:pt idx="84">
                  <c:v>426.12</c:v>
                </c:pt>
                <c:pt idx="85">
                  <c:v>182.48</c:v>
                </c:pt>
                <c:pt idx="86">
                  <c:v>392.61</c:v>
                </c:pt>
                <c:pt idx="87">
                  <c:v>600.81</c:v>
                </c:pt>
                <c:pt idx="88">
                  <c:v>450.98</c:v>
                </c:pt>
                <c:pt idx="89">
                  <c:v>460.14</c:v>
                </c:pt>
                <c:pt idx="90">
                  <c:v>94.88</c:v>
                </c:pt>
                <c:pt idx="91">
                  <c:v>401.82</c:v>
                </c:pt>
                <c:pt idx="92">
                  <c:v>139.45</c:v>
                </c:pt>
                <c:pt idx="93">
                  <c:v>191.76</c:v>
                </c:pt>
                <c:pt idx="94">
                  <c:v>73.26</c:v>
                </c:pt>
                <c:pt idx="95">
                  <c:v>539.2</c:v>
                </c:pt>
                <c:pt idx="96">
                  <c:v>648.59</c:v>
                </c:pt>
                <c:pt idx="97">
                  <c:v>291.85</c:v>
                </c:pt>
                <c:pt idx="98">
                  <c:v>65.95</c:v>
                </c:pt>
                <c:pt idx="99">
                  <c:v>278.04</c:v>
                </c:pt>
                <c:pt idx="100">
                  <c:v>474.14</c:v>
                </c:pt>
                <c:pt idx="101">
                  <c:v>528.14</c:v>
                </c:pt>
                <c:pt idx="102">
                  <c:v>44.07</c:v>
                </c:pt>
                <c:pt idx="103">
                  <c:v>394.3</c:v>
                </c:pt>
                <c:pt idx="104">
                  <c:v>448.85</c:v>
                </c:pt>
                <c:pt idx="105">
                  <c:v>386.73</c:v>
                </c:pt>
                <c:pt idx="106">
                  <c:v>161.97</c:v>
                </c:pt>
                <c:pt idx="107">
                  <c:v>697.93</c:v>
                </c:pt>
                <c:pt idx="108">
                  <c:v>324.47</c:v>
                </c:pt>
                <c:pt idx="109">
                  <c:v>56.66</c:v>
                </c:pt>
                <c:pt idx="110">
                  <c:v>307.76</c:v>
                </c:pt>
                <c:pt idx="111">
                  <c:v>650.72</c:v>
                </c:pt>
                <c:pt idx="112">
                  <c:v>269.83</c:v>
                </c:pt>
                <c:pt idx="113">
                  <c:v>127.18</c:v>
                </c:pt>
                <c:pt idx="114">
                  <c:v>476.01</c:v>
                </c:pt>
                <c:pt idx="115">
                  <c:v>249.81</c:v>
                </c:pt>
                <c:pt idx="116">
                  <c:v>317.77</c:v>
                </c:pt>
                <c:pt idx="117">
                  <c:v>331.06</c:v>
                </c:pt>
                <c:pt idx="118">
                  <c:v>111.3</c:v>
                </c:pt>
                <c:pt idx="119">
                  <c:v>645.46</c:v>
                </c:pt>
                <c:pt idx="120">
                  <c:v>565.85</c:v>
                </c:pt>
                <c:pt idx="121">
                  <c:v>473.49</c:v>
                </c:pt>
                <c:pt idx="122">
                  <c:v>319.97</c:v>
                </c:pt>
                <c:pt idx="123">
                  <c:v>454.23</c:v>
                </c:pt>
                <c:pt idx="124">
                  <c:v>118.8</c:v>
                </c:pt>
                <c:pt idx="125">
                  <c:v>163.32</c:v>
                </c:pt>
                <c:pt idx="126">
                  <c:v>359.99</c:v>
                </c:pt>
                <c:pt idx="127">
                  <c:v>21.07</c:v>
                </c:pt>
                <c:pt idx="128">
                  <c:v>666.52</c:v>
                </c:pt>
                <c:pt idx="129">
                  <c:v>248.84</c:v>
                </c:pt>
                <c:pt idx="130">
                  <c:v>182.4</c:v>
                </c:pt>
                <c:pt idx="131">
                  <c:v>588.3</c:v>
                </c:pt>
                <c:pt idx="132">
                  <c:v>448.9</c:v>
                </c:pt>
                <c:pt idx="133">
                  <c:v>311.33</c:v>
                </c:pt>
                <c:pt idx="134">
                  <c:v>540.34</c:v>
                </c:pt>
                <c:pt idx="135">
                  <c:v>236.38</c:v>
                </c:pt>
                <c:pt idx="136">
                  <c:v>438.37</c:v>
                </c:pt>
                <c:pt idx="137">
                  <c:v>62.77</c:v>
                </c:pt>
                <c:pt idx="138">
                  <c:v>551.27</c:v>
                </c:pt>
                <c:pt idx="139">
                  <c:v>502.47</c:v>
                </c:pt>
                <c:pt idx="140">
                  <c:v>506.45</c:v>
                </c:pt>
                <c:pt idx="141">
                  <c:v>657.48</c:v>
                </c:pt>
                <c:pt idx="142">
                  <c:v>529.55</c:v>
                </c:pt>
                <c:pt idx="143">
                  <c:v>371.07</c:v>
                </c:pt>
                <c:pt idx="144">
                  <c:v>323.22</c:v>
                </c:pt>
                <c:pt idx="145">
                  <c:v>41</c:v>
                </c:pt>
                <c:pt idx="146">
                  <c:v>122.11</c:v>
                </c:pt>
                <c:pt idx="147">
                  <c:v>327.12</c:v>
                </c:pt>
                <c:pt idx="148">
                  <c:v>211.82</c:v>
                </c:pt>
                <c:pt idx="149">
                  <c:v>484.85</c:v>
                </c:pt>
                <c:pt idx="150">
                  <c:v>347.17</c:v>
                </c:pt>
                <c:pt idx="151">
                  <c:v>153.09</c:v>
                </c:pt>
                <c:pt idx="152">
                  <c:v>325.76</c:v>
                </c:pt>
                <c:pt idx="153">
                  <c:v>187.97</c:v>
                </c:pt>
                <c:pt idx="154">
                  <c:v>394.16</c:v>
                </c:pt>
                <c:pt idx="155">
                  <c:v>631.64</c:v>
                </c:pt>
                <c:pt idx="156">
                  <c:v>674.04</c:v>
                </c:pt>
                <c:pt idx="157">
                  <c:v>407.79</c:v>
                </c:pt>
                <c:pt idx="158">
                  <c:v>531.49</c:v>
                </c:pt>
                <c:pt idx="159">
                  <c:v>57.07</c:v>
                </c:pt>
                <c:pt idx="160">
                  <c:v>355.09</c:v>
                </c:pt>
                <c:pt idx="161">
                  <c:v>64.69</c:v>
                </c:pt>
                <c:pt idx="162">
                  <c:v>367.75</c:v>
                </c:pt>
                <c:pt idx="163">
                  <c:v>309.91</c:v>
                </c:pt>
                <c:pt idx="164">
                  <c:v>99.9</c:v>
                </c:pt>
                <c:pt idx="165">
                  <c:v>255.26</c:v>
                </c:pt>
                <c:pt idx="166">
                  <c:v>232.83</c:v>
                </c:pt>
                <c:pt idx="167">
                  <c:v>171.66</c:v>
                </c:pt>
                <c:pt idx="168">
                  <c:v>390.84</c:v>
                </c:pt>
                <c:pt idx="169">
                  <c:v>500.08</c:v>
                </c:pt>
                <c:pt idx="170">
                  <c:v>76.96</c:v>
                </c:pt>
                <c:pt idx="171">
                  <c:v>131.61</c:v>
                </c:pt>
                <c:pt idx="172">
                  <c:v>563.06</c:v>
                </c:pt>
                <c:pt idx="173">
                  <c:v>301.17</c:v>
                </c:pt>
                <c:pt idx="174">
                  <c:v>625</c:v>
                </c:pt>
                <c:pt idx="175">
                  <c:v>588.85</c:v>
                </c:pt>
                <c:pt idx="176">
                  <c:v>512.06</c:v>
                </c:pt>
                <c:pt idx="177">
                  <c:v>694.5</c:v>
                </c:pt>
                <c:pt idx="178">
                  <c:v>114.81</c:v>
                </c:pt>
                <c:pt idx="179">
                  <c:v>221.96</c:v>
                </c:pt>
              </c:numCache>
            </c:numRef>
          </c:xVal>
          <c:yVal>
            <c:numRef>
              <c:f>Sheet1!$B$2:$B$181</c:f>
              <c:numCache>
                <c:formatCode>General</c:formatCode>
                <c:ptCount val="180"/>
                <c:pt idx="0">
                  <c:v>70.24</c:v>
                </c:pt>
                <c:pt idx="1">
                  <c:v>2709.48</c:v>
                </c:pt>
                <c:pt idx="2">
                  <c:v>381.02</c:v>
                </c:pt>
                <c:pt idx="3">
                  <c:v>146.32</c:v>
                </c:pt>
                <c:pt idx="4">
                  <c:v>1898.76</c:v>
                </c:pt>
                <c:pt idx="5">
                  <c:v>195.86</c:v>
                </c:pt>
                <c:pt idx="6">
                  <c:v>150.17</c:v>
                </c:pt>
                <c:pt idx="7">
                  <c:v>1333.9</c:v>
                </c:pt>
                <c:pt idx="8">
                  <c:v>79.02</c:v>
                </c:pt>
                <c:pt idx="9">
                  <c:v>1203.05</c:v>
                </c:pt>
                <c:pt idx="10">
                  <c:v>3119.05</c:v>
                </c:pt>
                <c:pt idx="11">
                  <c:v>1100.36</c:v>
                </c:pt>
                <c:pt idx="12">
                  <c:v>30.44</c:v>
                </c:pt>
                <c:pt idx="13">
                  <c:v>857.4</c:v>
                </c:pt>
                <c:pt idx="14">
                  <c:v>17.24</c:v>
                </c:pt>
                <c:pt idx="15">
                  <c:v>2651.76</c:v>
                </c:pt>
                <c:pt idx="16">
                  <c:v>2631.16</c:v>
                </c:pt>
                <c:pt idx="17">
                  <c:v>1069.82</c:v>
                </c:pt>
                <c:pt idx="18">
                  <c:v>2308.32</c:v>
                </c:pt>
                <c:pt idx="19">
                  <c:v>2740.8</c:v>
                </c:pt>
                <c:pt idx="20">
                  <c:v>1327.6</c:v>
                </c:pt>
                <c:pt idx="21">
                  <c:v>1347.39</c:v>
                </c:pt>
                <c:pt idx="22">
                  <c:v>844.68</c:v>
                </c:pt>
                <c:pt idx="23">
                  <c:v>1870.02</c:v>
                </c:pt>
                <c:pt idx="24">
                  <c:v>1778.61</c:v>
                </c:pt>
                <c:pt idx="25">
                  <c:v>454.6</c:v>
                </c:pt>
                <c:pt idx="26">
                  <c:v>110.35</c:v>
                </c:pt>
                <c:pt idx="27">
                  <c:v>724.28</c:v>
                </c:pt>
                <c:pt idx="28">
                  <c:v>367.34</c:v>
                </c:pt>
                <c:pt idx="29">
                  <c:v>2476.75</c:v>
                </c:pt>
                <c:pt idx="30">
                  <c:v>2543.45</c:v>
                </c:pt>
                <c:pt idx="31">
                  <c:v>678.01</c:v>
                </c:pt>
                <c:pt idx="32">
                  <c:v>984.2</c:v>
                </c:pt>
                <c:pt idx="33">
                  <c:v>478.75</c:v>
                </c:pt>
                <c:pt idx="34">
                  <c:v>827.36</c:v>
                </c:pt>
                <c:pt idx="35">
                  <c:v>1819.23</c:v>
                </c:pt>
                <c:pt idx="36">
                  <c:v>161.24</c:v>
                </c:pt>
                <c:pt idx="37">
                  <c:v>629.21</c:v>
                </c:pt>
                <c:pt idx="38">
                  <c:v>609.16</c:v>
                </c:pt>
                <c:pt idx="39">
                  <c:v>1709.2</c:v>
                </c:pt>
                <c:pt idx="40">
                  <c:v>3334</c:v>
                </c:pt>
                <c:pt idx="41">
                  <c:v>3353.75</c:v>
                </c:pt>
                <c:pt idx="42">
                  <c:v>634.94</c:v>
                </c:pt>
                <c:pt idx="43">
                  <c:v>1299.99</c:v>
                </c:pt>
                <c:pt idx="44">
                  <c:v>596.24</c:v>
                </c:pt>
                <c:pt idx="45">
                  <c:v>2332.1</c:v>
                </c:pt>
                <c:pt idx="46">
                  <c:v>693.41</c:v>
                </c:pt>
                <c:pt idx="47">
                  <c:v>1093</c:v>
                </c:pt>
                <c:pt idx="48">
                  <c:v>1497.63</c:v>
                </c:pt>
                <c:pt idx="49">
                  <c:v>289.32</c:v>
                </c:pt>
                <c:pt idx="50">
                  <c:v>2131.48</c:v>
                </c:pt>
                <c:pt idx="51">
                  <c:v>146.82</c:v>
                </c:pt>
                <c:pt idx="52">
                  <c:v>3293.85</c:v>
                </c:pt>
                <c:pt idx="53">
                  <c:v>641.39</c:v>
                </c:pt>
                <c:pt idx="54">
                  <c:v>672.64</c:v>
                </c:pt>
                <c:pt idx="55">
                  <c:v>625.1</c:v>
                </c:pt>
                <c:pt idx="56">
                  <c:v>1259.12</c:v>
                </c:pt>
                <c:pt idx="57">
                  <c:v>395.88</c:v>
                </c:pt>
                <c:pt idx="58">
                  <c:v>507.36</c:v>
                </c:pt>
                <c:pt idx="59">
                  <c:v>260.26</c:v>
                </c:pt>
                <c:pt idx="60">
                  <c:v>2199.04</c:v>
                </c:pt>
                <c:pt idx="61">
                  <c:v>424.4</c:v>
                </c:pt>
                <c:pt idx="62">
                  <c:v>1075.44</c:v>
                </c:pt>
                <c:pt idx="63">
                  <c:v>3215.15</c:v>
                </c:pt>
                <c:pt idx="64">
                  <c:v>594.96</c:v>
                </c:pt>
                <c:pt idx="65">
                  <c:v>2462.6</c:v>
                </c:pt>
                <c:pt idx="66">
                  <c:v>388.33</c:v>
                </c:pt>
                <c:pt idx="67">
                  <c:v>1378.02</c:v>
                </c:pt>
                <c:pt idx="68">
                  <c:v>2519.52</c:v>
                </c:pt>
                <c:pt idx="69">
                  <c:v>2339.05</c:v>
                </c:pt>
                <c:pt idx="70">
                  <c:v>603.76</c:v>
                </c:pt>
                <c:pt idx="71">
                  <c:v>137.62</c:v>
                </c:pt>
                <c:pt idx="72">
                  <c:v>1505.72</c:v>
                </c:pt>
                <c:pt idx="73">
                  <c:v>280.25</c:v>
                </c:pt>
                <c:pt idx="74">
                  <c:v>701.44</c:v>
                </c:pt>
                <c:pt idx="75">
                  <c:v>450.07</c:v>
                </c:pt>
                <c:pt idx="76">
                  <c:v>858.16</c:v>
                </c:pt>
                <c:pt idx="77">
                  <c:v>1437.63</c:v>
                </c:pt>
                <c:pt idx="78">
                  <c:v>479.76</c:v>
                </c:pt>
                <c:pt idx="79">
                  <c:v>1915.5</c:v>
                </c:pt>
                <c:pt idx="80">
                  <c:v>918.87</c:v>
                </c:pt>
                <c:pt idx="81">
                  <c:v>337.38</c:v>
                </c:pt>
                <c:pt idx="82">
                  <c:v>320.92</c:v>
                </c:pt>
                <c:pt idx="83">
                  <c:v>950.4</c:v>
                </c:pt>
                <c:pt idx="84">
                  <c:v>1278.36</c:v>
                </c:pt>
                <c:pt idx="85">
                  <c:v>547.44</c:v>
                </c:pt>
                <c:pt idx="86">
                  <c:v>392.61</c:v>
                </c:pt>
                <c:pt idx="87">
                  <c:v>2403.24</c:v>
                </c:pt>
                <c:pt idx="88">
                  <c:v>1352.94</c:v>
                </c:pt>
                <c:pt idx="89">
                  <c:v>2300.7</c:v>
                </c:pt>
                <c:pt idx="90">
                  <c:v>284.64</c:v>
                </c:pt>
                <c:pt idx="91">
                  <c:v>401.82</c:v>
                </c:pt>
                <c:pt idx="92">
                  <c:v>418.35</c:v>
                </c:pt>
                <c:pt idx="93">
                  <c:v>191.76</c:v>
                </c:pt>
                <c:pt idx="94">
                  <c:v>146.52</c:v>
                </c:pt>
                <c:pt idx="95">
                  <c:v>2156.8</c:v>
                </c:pt>
                <c:pt idx="96">
                  <c:v>1945.77</c:v>
                </c:pt>
                <c:pt idx="97">
                  <c:v>583.7</c:v>
                </c:pt>
                <c:pt idx="98">
                  <c:v>65.95</c:v>
                </c:pt>
                <c:pt idx="99">
                  <c:v>834.12</c:v>
                </c:pt>
                <c:pt idx="100">
                  <c:v>1422.42</c:v>
                </c:pt>
                <c:pt idx="101">
                  <c:v>1584.42</c:v>
                </c:pt>
                <c:pt idx="102">
                  <c:v>176.28</c:v>
                </c:pt>
                <c:pt idx="103">
                  <c:v>788.6</c:v>
                </c:pt>
                <c:pt idx="104">
                  <c:v>897.7</c:v>
                </c:pt>
                <c:pt idx="105">
                  <c:v>1546.92</c:v>
                </c:pt>
                <c:pt idx="106">
                  <c:v>485.91</c:v>
                </c:pt>
                <c:pt idx="107">
                  <c:v>1395.86</c:v>
                </c:pt>
                <c:pt idx="108">
                  <c:v>973.41</c:v>
                </c:pt>
                <c:pt idx="109">
                  <c:v>226.64</c:v>
                </c:pt>
                <c:pt idx="110">
                  <c:v>1538.8</c:v>
                </c:pt>
                <c:pt idx="111">
                  <c:v>3253.6</c:v>
                </c:pt>
                <c:pt idx="112">
                  <c:v>539.66</c:v>
                </c:pt>
                <c:pt idx="113">
                  <c:v>635.9</c:v>
                </c:pt>
                <c:pt idx="114">
                  <c:v>2380.05</c:v>
                </c:pt>
                <c:pt idx="115">
                  <c:v>249.81</c:v>
                </c:pt>
                <c:pt idx="116">
                  <c:v>635.54</c:v>
                </c:pt>
                <c:pt idx="117">
                  <c:v>331.06</c:v>
                </c:pt>
                <c:pt idx="118">
                  <c:v>445.2</c:v>
                </c:pt>
                <c:pt idx="119">
                  <c:v>645.46</c:v>
                </c:pt>
                <c:pt idx="120">
                  <c:v>565.85</c:v>
                </c:pt>
                <c:pt idx="121">
                  <c:v>1420.47</c:v>
                </c:pt>
                <c:pt idx="122">
                  <c:v>1599.85</c:v>
                </c:pt>
                <c:pt idx="123">
                  <c:v>454.23</c:v>
                </c:pt>
                <c:pt idx="124">
                  <c:v>118.8</c:v>
                </c:pt>
                <c:pt idx="125">
                  <c:v>163.32</c:v>
                </c:pt>
                <c:pt idx="126">
                  <c:v>359.99</c:v>
                </c:pt>
                <c:pt idx="127">
                  <c:v>84.28</c:v>
                </c:pt>
                <c:pt idx="128">
                  <c:v>2666.08</c:v>
                </c:pt>
                <c:pt idx="129">
                  <c:v>1244.2</c:v>
                </c:pt>
                <c:pt idx="130">
                  <c:v>364.8</c:v>
                </c:pt>
                <c:pt idx="131">
                  <c:v>1176.6</c:v>
                </c:pt>
                <c:pt idx="132">
                  <c:v>1346.7</c:v>
                </c:pt>
                <c:pt idx="133">
                  <c:v>933.99</c:v>
                </c:pt>
                <c:pt idx="134">
                  <c:v>2161.36</c:v>
                </c:pt>
                <c:pt idx="135">
                  <c:v>1181.9</c:v>
                </c:pt>
                <c:pt idx="136">
                  <c:v>438.37</c:v>
                </c:pt>
                <c:pt idx="137">
                  <c:v>188.31</c:v>
                </c:pt>
                <c:pt idx="138">
                  <c:v>2756.35</c:v>
                </c:pt>
                <c:pt idx="139">
                  <c:v>2512.35</c:v>
                </c:pt>
                <c:pt idx="140">
                  <c:v>2532.25</c:v>
                </c:pt>
                <c:pt idx="141">
                  <c:v>1314.96</c:v>
                </c:pt>
                <c:pt idx="142">
                  <c:v>2647.75</c:v>
                </c:pt>
                <c:pt idx="143">
                  <c:v>1484.28</c:v>
                </c:pt>
                <c:pt idx="144">
                  <c:v>646.44</c:v>
                </c:pt>
                <c:pt idx="145">
                  <c:v>82</c:v>
                </c:pt>
                <c:pt idx="146">
                  <c:v>366.33</c:v>
                </c:pt>
                <c:pt idx="147">
                  <c:v>1308.48</c:v>
                </c:pt>
                <c:pt idx="148">
                  <c:v>423.64</c:v>
                </c:pt>
                <c:pt idx="149">
                  <c:v>1939.4</c:v>
                </c:pt>
                <c:pt idx="150">
                  <c:v>1388.68</c:v>
                </c:pt>
                <c:pt idx="151">
                  <c:v>612.36</c:v>
                </c:pt>
                <c:pt idx="152">
                  <c:v>1303.04</c:v>
                </c:pt>
                <c:pt idx="153">
                  <c:v>939.85</c:v>
                </c:pt>
                <c:pt idx="154">
                  <c:v>788.32</c:v>
                </c:pt>
                <c:pt idx="155">
                  <c:v>1894.92</c:v>
                </c:pt>
                <c:pt idx="156">
                  <c:v>3370.2</c:v>
                </c:pt>
                <c:pt idx="157">
                  <c:v>815.58</c:v>
                </c:pt>
                <c:pt idx="158">
                  <c:v>1062.98</c:v>
                </c:pt>
                <c:pt idx="159">
                  <c:v>114.14</c:v>
                </c:pt>
                <c:pt idx="160">
                  <c:v>355.09</c:v>
                </c:pt>
                <c:pt idx="161">
                  <c:v>258.76</c:v>
                </c:pt>
                <c:pt idx="162">
                  <c:v>1103.25</c:v>
                </c:pt>
                <c:pt idx="163">
                  <c:v>1239.64</c:v>
                </c:pt>
                <c:pt idx="164">
                  <c:v>299.7</c:v>
                </c:pt>
                <c:pt idx="165">
                  <c:v>510.52</c:v>
                </c:pt>
                <c:pt idx="166">
                  <c:v>465.66</c:v>
                </c:pt>
                <c:pt idx="167">
                  <c:v>514.98</c:v>
                </c:pt>
                <c:pt idx="168">
                  <c:v>1563.36</c:v>
                </c:pt>
                <c:pt idx="169">
                  <c:v>1500.24</c:v>
                </c:pt>
                <c:pt idx="170">
                  <c:v>230.88</c:v>
                </c:pt>
                <c:pt idx="171">
                  <c:v>131.61</c:v>
                </c:pt>
                <c:pt idx="172">
                  <c:v>1126.12</c:v>
                </c:pt>
                <c:pt idx="173">
                  <c:v>1204.68</c:v>
                </c:pt>
                <c:pt idx="174">
                  <c:v>625</c:v>
                </c:pt>
                <c:pt idx="175">
                  <c:v>2355.4</c:v>
                </c:pt>
                <c:pt idx="176">
                  <c:v>2048.24</c:v>
                </c:pt>
                <c:pt idx="177">
                  <c:v>694.5</c:v>
                </c:pt>
                <c:pt idx="178">
                  <c:v>344.43</c:v>
                </c:pt>
                <c:pt idx="179">
                  <c:v>887.84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472"/>
                    </a:solidFill>
                    <a:latin typeface="Arial"/>
                  </a:rPr>
                  <a:t>Unit Price ($)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472"/>
                    </a:solidFill>
                    <a:latin typeface="Arial"/>
                  </a:rPr>
                  <a:t>Total Order Value ($)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Cancelled Order Value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Instagram</c:v>
                  </c:pt>
                  <c:pt idx="1">
                    <c:v>Facebook</c:v>
                  </c:pt>
                  <c:pt idx="2">
                    <c:v>Referral</c:v>
                  </c:pt>
                  <c:pt idx="3">
                    <c:v>Email</c:v>
                  </c:pt>
                  <c:pt idx="4">
                    <c:v>Google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1235.76</c:v>
                </c:pt>
                <c:pt idx="1">
                  <c:v>1212.76</c:v>
                </c:pt>
                <c:pt idx="2">
                  <c:v>1138.9</c:v>
                </c:pt>
                <c:pt idx="3">
                  <c:v>1021.47</c:v>
                </c:pt>
                <c:pt idx="4">
                  <c:v>992.81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DIAGNOSTICS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423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Silent Revenue Leak Into an Executive Action Plan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— Data Visualization  |  DecodeLabs Data Analytics Internship, Batch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6126480"/>
            <a:ext cx="2011680" cy="3657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1,200 e-commerce orders, Jan 2023 – Jun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revenue has been sliding since early 2023, with no stable floor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from a $145K quarterly peak (Q1 2023) toward a $104K trough (Q1 2025) before a partial Q2 2025 recovery. Source: orders table, grouped by quarter.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Cancelled orders carry the highest average value of any status — $1,105.58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 don't just happen most often (20.8% of all orders) — they're also worth more per order than every other status. Source: AVG(TotalPrice) grouped by OrderStatus.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Cancellations dipped in 2024, then spiked to 26% of all orders in 2025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7863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2103120"/>
            <a:ext cx="2926080" cy="3291840"/>
          </a:xfrm>
          <a:prstGeom prst="roundRect">
            <a:avLst>
              <a:gd name="adj" fmla="val 2500"/>
            </a:avLst>
          </a:prstGeom>
          <a:solidFill>
            <a:srgbClr val="F4F7FC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1540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78408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15400" y="3566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784080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18.1%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915400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784080" y="4343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figures cover Jan–Jun only (partial year), but the rate — not just the count — confirms this is a worsening trend, not a volume artifact. Source: COUNT(*) by OrderStatus and Year.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price drives order value more than quantity does (r = 0.72 vs 0.62)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cancelled orders skew toward higher-unit-price items, this relationship explains part of why cancellations are so costly per order. Source: Pearson r on UnitPrice vs TotalPrice, n=1,200 (180 shown).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and Facebook cancellations cost the most per order — target them 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has more cancelled orders by count (59), but Instagram ($1,235.76 avg) and Facebook ($1,212.76 avg) lose the most value per cancellation addressed. Source: AVG(TotalPrice) WHERE OrderStatus='Cancelled', grouped by ReferralSource.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THIS DATA, WHAT SHOULD WE DO NEXT?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the $276K cancellation leak by fixing Instagram &amp; Facebook checkout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20.8%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 are cancelled — the single largest status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20440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$1,105.58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520440" y="3108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cancelled order value — highest of any 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309360" y="3108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in 2025, up from 18.1% in 2024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98280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$276,396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098280" y="31089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tied up in cancelled orders to 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343400"/>
            <a:ext cx="10725912" cy="18288"/>
          </a:xfrm>
          <a:prstGeom prst="rect">
            <a:avLst/>
          </a:prstGeom>
          <a:solidFill>
            <a:srgbClr val="3A459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→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Instagram and Facebook checkout/fulfillment flow — highest cancelled value per order.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→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2025 cancellation spike (18.1% → 26%) for a root cause before it compounds further.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→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analysis quarterly; the trend, not a single data point, is the signal to act 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2026-08-07T07:32:40Z</dcterms:created>
  <dcterms:modified xsi:type="dcterms:W3CDTF">2026-08-07T07:32:40Z</dcterms:modified>
</cp:coreProperties>
</file>